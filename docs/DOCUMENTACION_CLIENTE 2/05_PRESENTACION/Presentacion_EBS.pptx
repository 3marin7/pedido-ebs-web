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Sistema de Gestión Comercial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9900"/>
                </a:solidFill>
              </a:defRPr>
            </a:pPr>
            <a:r>
              <a:t>Distribuciones EBS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Digitalización para San Andresitos | 2 de febrero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El Problema Actual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❌ Facturación manual con errores frecuentes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❌ Pérdida de facturas físicas (15% mensuales)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❌ Cobros no sistematizados sin seguimiento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❌ Inventario desactualizado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❌ Cero respaldos de información crítica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Impacto Financiero Actual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💰 Pérdidas mensuales: $6.3 MILLONES COP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📉 Desglose: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Facturas extraviadas: $2.5M/mes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Morosidad en créditos: $3M/mes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Errores de cálculo: $800K/mes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Objetivo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✅ Digitalizar facturación electrónica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✅ Automatizar seguimiento de cobros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✅ Sincronizar inventario en tiempo real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✅ Generar respaldos automáticos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✅ Permitir acceso remoto seguro 24/7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Solución: 6 Módulos Integrados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1️⃣ Facturación Electrónica con numeración única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2️⃣ Gestión de Cuentas de Cobro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3️⃣ Control de Inventario en Tiempo Real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4️⃣ Catálogo Digital de Productos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5️⃣ Base de Datos de Clientes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6️⃣ Reportes Ejecutivos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Beneficios Cuantificables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🎯 90% menos errores en facturación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🎯 40% reducción en morosidad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🎯 100% de facturas respaldadas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🎯 80% menos tiempo en gestión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🎯 ROI: Retorno de inversión en 1.85 meses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Arquitectura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🔧 Frontend: React.js + Diseño responsivo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🔧 Backend: Supabase (PostgreSQL)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🔧 Hosting: Vercel (alta disponibilidad)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🔧 Seguridad: SSL/TLS + Encriptación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🔧 Respaldos: Backup semanal automático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Cronograma de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📅 Fase 1 (Semanas 1-2): Análisis y Preparación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📅 Fase 2 (Semanas 3-4): Implementación y Migración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📅 Fase 3 (Semanas 5-6): Capacitación y Pruebas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📅 Fase 4 (Semanas 7-8): Puesta en Marcha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⏱️ TIEMPO TOTAL: 8 semanas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Inversión Requerida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💵 Implementación (pago único): $10.000.000 COP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→ 50% a la firma, 50% al finalizar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💵 Mensualidad (soporte completo): $400.000 COP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→ Hosting, backup, soporte, mantenimiento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📊 Punto de equilibrio: 1.85 meses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Comparativa: Antes vs Después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ANTES: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Facturas manuales: 15-20 min/factura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Pérdidas: $6.3M/mes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DESPUÉS: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Facturación automática: 2-3 min/factura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 • Recuperación: $5.4M/mes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1️⃣ Revisión de documentación (30 minutos)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2️⃣ Reunión de aclaración (esta semana)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3️⃣ Demo del sistema en vivo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4️⃣ Aprobación y firma de contrato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5️⃣ Inicio de implementación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¿Preguntas?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Edwin Marín</a:t>
            </a:r>
          </a:p>
          <a:p>
            <a:r>
              <a:t>Distribuciones EBS</a:t>
            </a:r>
          </a:p>
          <a:p>
            <a:r>
              <a:t>📧 contacto@distribucionesebs.com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